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DB62AA-2CB9-718D-ABD0-77C53EF9A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FF6A16-ABA1-73F9-053D-169C8B499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C28AA7-038C-C43D-094C-FBE5F0BE6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6282-D654-4F98-B046-F9ACE5108044}" type="datetimeFigureOut">
              <a:rPr lang="es-UY" smtClean="0"/>
              <a:t>9/7/2026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FAFE0A-BE03-615B-F8B3-32752224E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BB73DB-F90C-8AEF-E6EC-76E6F2B2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6B166-620E-40D8-87EE-498EA3680B5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132028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E8AE0-16EC-E4E5-2AAC-80357706E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0984C8-7606-F11B-C048-2F5E7BF24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DCD852-9FCF-DDF8-5BBE-28B5D2645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6282-D654-4F98-B046-F9ACE5108044}" type="datetimeFigureOut">
              <a:rPr lang="es-UY" smtClean="0"/>
              <a:t>9/7/2026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12F5BF-A1C4-85B5-2F81-85A4C17C2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320A81-2CE9-B8FE-5DE9-E3BD096D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6B166-620E-40D8-87EE-498EA3680B5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88552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3466E-B318-7CCE-0B56-F4BFDF07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8F2AEE-36D1-3C48-AE15-98FE8B43A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2EEFE3-9EAA-602A-1C89-EE46CA425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6282-D654-4F98-B046-F9ACE5108044}" type="datetimeFigureOut">
              <a:rPr lang="es-UY" smtClean="0"/>
              <a:t>9/7/2026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8A0E83-F27C-D141-5BFC-70371F34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2AB3D9-B42D-7044-CCE8-BD972046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6B166-620E-40D8-87EE-498EA3680B5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851352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C676C-3C5B-C0D7-3B82-EA2706C4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D2D928-BB2D-E763-5551-EDA1124E93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BDA7DD-E4A5-F1EC-3206-CE37E6B4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1F348C-6610-ADF3-56FA-02D6D7824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6282-D654-4F98-B046-F9ACE5108044}" type="datetimeFigureOut">
              <a:rPr lang="es-UY" smtClean="0"/>
              <a:t>9/7/2026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CA67BF-0637-D75F-C66B-3DDDDB5DE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1FCBA4-24E1-0E71-35DD-126F4AE6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6B166-620E-40D8-87EE-498EA3680B5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277163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607E7-8288-3AD0-5B34-DA03D4C1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8B22E5-CF03-42ED-70F5-2AC6413BDA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DD0951-3A20-3140-9A49-22F641238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8DBD934-E798-468D-E4DF-D0247A6C6C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B3A97A6-53F9-3B39-7F4C-7074CFA21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4E478F5-D36A-4925-17AD-B3006FF9A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6282-D654-4F98-B046-F9ACE5108044}" type="datetimeFigureOut">
              <a:rPr lang="es-UY" smtClean="0"/>
              <a:t>9/7/2026</a:t>
            </a:fld>
            <a:endParaRPr lang="es-U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0796D50-F48A-9096-3406-388EE7636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4F4BCA7-68EF-D720-D72C-A1EEA4F6D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6B166-620E-40D8-87EE-498EA3680B5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221761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2E864-2177-58A4-D5C7-68EC172A3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7FBA161-531B-8B38-5013-7E40AB855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6282-D654-4F98-B046-F9ACE5108044}" type="datetimeFigureOut">
              <a:rPr lang="es-UY" smtClean="0"/>
              <a:t>9/7/2026</a:t>
            </a:fld>
            <a:endParaRPr lang="es-U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41D0826-E411-A4BA-3CC1-31151AD8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1D826B-962E-97ED-E0DA-6C3F0124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6B166-620E-40D8-87EE-498EA3680B5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01617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8FA7ED-8DDE-BAE7-0CBB-49150AD1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6282-D654-4F98-B046-F9ACE5108044}" type="datetimeFigureOut">
              <a:rPr lang="es-UY" smtClean="0"/>
              <a:t>9/7/2026</a:t>
            </a:fld>
            <a:endParaRPr lang="es-U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80663EA-468E-95FE-0760-4DB7C73F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909A43-E604-BD77-D395-B837EC07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6B166-620E-40D8-87EE-498EA3680B5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894197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2FBEA-656E-D3DC-B653-651DAA9BC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57037D-E019-B828-E0D0-C2D601A79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26AC67B-48BE-DAEE-145A-E8461E3F5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1E5ABE-A233-2DBF-1AC1-6E958BA2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6282-D654-4F98-B046-F9ACE5108044}" type="datetimeFigureOut">
              <a:rPr lang="es-UY" smtClean="0"/>
              <a:t>9/7/2026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210FCA-209B-BB66-E2CF-6BBC88509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C9CE7A-289A-8F5C-2655-4BF8ADF0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6B166-620E-40D8-87EE-498EA3680B5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22138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CAC76-F3D0-75B6-A3EA-BC247F05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632BDA2-6548-D520-1A3F-32FDD572B5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727042-7270-DBA1-8FE9-493619BDC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9F1B6D-8AB5-F4BB-A4DC-8CEB3BB2F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6282-D654-4F98-B046-F9ACE5108044}" type="datetimeFigureOut">
              <a:rPr lang="es-UY" smtClean="0"/>
              <a:t>9/7/2026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C4F883-7F7C-08D1-3381-0DAB00D2C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3E8429-1211-9AA8-3DFD-7B04C16C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6B166-620E-40D8-87EE-498EA3680B5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61105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BB314-E57C-E828-8373-E6CACF1A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B542BA9-7868-54CA-EDB0-80560C675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19D3F6-15B2-83FA-0E0B-EFE03EFA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6282-D654-4F98-B046-F9ACE5108044}" type="datetimeFigureOut">
              <a:rPr lang="es-UY" smtClean="0"/>
              <a:t>9/7/2026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35176C-A826-D6AE-865A-4790B895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617CDC-23AD-FC43-ACC9-CCB7F62B7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6B166-620E-40D8-87EE-498EA3680B5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936771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8730E4-4986-C1B4-1DB0-F8351C197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AD22DE-6F10-BDED-B534-D8950D67D6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745E24-444E-6E57-1C79-C94A9589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16282-D654-4F98-B046-F9ACE5108044}" type="datetimeFigureOut">
              <a:rPr lang="es-UY" smtClean="0"/>
              <a:t>9/7/2026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9312F7-AF54-1961-3C29-B432D787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2554F5-AEF8-94D7-3AAF-8C39AA280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6B166-620E-40D8-87EE-498EA3680B5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45081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AE78A86-5764-8BB6-824F-728C45B19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7DB995-F1B4-D61B-112A-D91DE87E9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9AD1FC-4E21-26A4-DDDA-7A245B298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116282-D654-4F98-B046-F9ACE5108044}" type="datetimeFigureOut">
              <a:rPr lang="es-UY" smtClean="0"/>
              <a:t>9/7/2026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494D5F-4B0E-F6C4-DC47-76DE6A49B7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882849-C4B2-5FF7-A9FD-E4F5C1FEA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6B166-620E-40D8-87EE-498EA3680B5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212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6539FE-CAE5-FE48-0D36-209CD878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59" y="508604"/>
            <a:ext cx="3683189" cy="524537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AFA648D-87E5-F9CC-82E0-7FD1EF7E4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548" y="530830"/>
            <a:ext cx="3772094" cy="520091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39BD989-5C72-231C-D35D-2A88280E8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3184" y="455432"/>
            <a:ext cx="3283119" cy="555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83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BDB6844-E0AD-5A36-88F9-86E6EC9A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6" y="682276"/>
            <a:ext cx="3359323" cy="494055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EB43A39-0559-A2FB-BAD5-CECCCC931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463" y="723553"/>
            <a:ext cx="3283119" cy="4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35B1C2D-010B-2036-5E10-DBF4082B3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966" y="723553"/>
            <a:ext cx="3264068" cy="547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77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9DC4284-2CDC-82D3-2FD7-9C395A559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10" y="689657"/>
            <a:ext cx="3283119" cy="506756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9F74B36-8A26-958D-F7B2-C0A215C85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375" y="689657"/>
            <a:ext cx="3283119" cy="49596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A8A9925-7F2B-5FE6-1E36-190F2940D1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626" y="396358"/>
            <a:ext cx="3321221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278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F71470-5A2A-776F-3A66-538663C20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71" y="820353"/>
            <a:ext cx="3181514" cy="487705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E627D5A-EAF6-A87C-443F-542A3A082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915" y="472923"/>
            <a:ext cx="3302170" cy="591215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0E81535-3092-2F60-0CF7-F8389A443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8983" y="418223"/>
            <a:ext cx="3295819" cy="539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03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Benitez Mandirola</dc:creator>
  <cp:lastModifiedBy>Sebastian Benitez Mandirola</cp:lastModifiedBy>
  <cp:revision>3</cp:revision>
  <dcterms:created xsi:type="dcterms:W3CDTF">2026-07-09T18:53:00Z</dcterms:created>
  <dcterms:modified xsi:type="dcterms:W3CDTF">2026-07-09T19:30:34Z</dcterms:modified>
</cp:coreProperties>
</file>